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Store on Earth.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 Global — One Search.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가격비교 플랫폼 — 배송비·관세 포함 총비용을 한눈에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10D1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343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EunTae Jang (장은태)  |  Founder &amp; CEO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potal.app  |  contact@potal.app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1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국경이 무너진 쇼핑 시장, 비교는 아직 국내에 갇혀 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64008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122C"/>
                </a:solidFill>
              </a:rPr>
              <a:t>크로스보더 커머스로 국가 간 경계가 무너지면서 가격 체계가 붕괴되었습니다.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기존 쇼핑은 내수시장의 특정 사이트에서 sort by price로 나열하는 수준이었습니다.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하지만 소비자가 진짜 필요한 건 '가장 싸거나, 가장 빠르거나, 가장 합리적인 선택'인데 —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Domestic vs Global을 한번에 비교해주는 곳이 어디에도 없습니다.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똑같은 상품이라도 무조건 Global이 싼 것도 아니고, 비싸지만 일주일 빨리 오는 Domestic을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살 필요가 없는 사람도 있습니다. 이 비교를 직접 하기엔 복잡하고, 귀찮습니다.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3246120"/>
            <a:ext cx="548640" cy="54864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335584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비교할 방법이 없다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160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배송과 Global 배송의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총비용을 나란히 비교해주는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서비스가 존재하지 않음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0" y="310896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60520" y="3246120"/>
            <a:ext cx="548640" cy="54864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335584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총비용을 모른다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20440" y="4160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배송비+관세+세금 포함 총비용을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계산해서 보여주는 곳이 없어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합리적 판단이 불가능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310896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12280" y="3246120"/>
            <a:ext cx="548640" cy="54864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35584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대다수 소비자는 포기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4160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검색에 익숙한 젊은 층을 제외하면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비교하기가 어렵고 복잡해서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아예 시도하지 않음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 Global — 실제 총비용과 배송 기간을 한 번에 비교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1463040"/>
          </a:xfrm>
          <a:prstGeom prst="rect">
            <a:avLst/>
          </a:prstGeom>
          <a:solidFill>
            <a:srgbClr val="0A1E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91640"/>
            <a:ext cx="594360" cy="59436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105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검색 (현재 6개 → 전체 확장 준비 완료)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69164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Walmart, Target, eBay, Costco, AliExpress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검색. 미국 전체 쇼핑사이트 연동 인프라 구축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완료, 현재 6개로 비교 방식을 검증 중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46320" y="1371600"/>
            <a:ext cx="3749040" cy="1463040"/>
          </a:xfrm>
          <a:prstGeom prst="rect">
            <a:avLst/>
          </a:prstGeom>
          <a:solidFill>
            <a:srgbClr val="0A1E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691640"/>
            <a:ext cx="594360" cy="59436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8105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 Global 분류 비교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806440" y="1874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상품과 해외 배송 상품을 자동 분류,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나란히 비교하여 '어디가 더 싸고, 빠르고,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합리적인지'를 한눈에 판단 가능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31520" y="3063240"/>
            <a:ext cx="3749040" cy="1463040"/>
          </a:xfrm>
          <a:prstGeom prst="rect">
            <a:avLst/>
          </a:prstGeom>
          <a:solidFill>
            <a:srgbClr val="0A1E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383280"/>
            <a:ext cx="594360" cy="59436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50215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172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Landed Cost 자동 계산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691640" y="35661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상품가 + 배송비 + 세금 + 관세 + MPF 포함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총비용을 자동 계산. FTA 면세 자동 반영.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근거를 투명하게 공개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846320" y="3063240"/>
            <a:ext cx="3749040" cy="1463040"/>
          </a:xfrm>
          <a:prstGeom prst="rect">
            <a:avLst/>
          </a:prstGeom>
          <a:solidFill>
            <a:srgbClr val="0A1E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383280"/>
            <a:ext cx="594360" cy="59436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50215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172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POTAL AI — 버티컬 AI 쇼핑 엔진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806440" y="35661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필터링: 무관한 상품 자동 판별/제거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Suggestion: 검색 결과 분석 → 필터 축 자동 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이미지/자연어 검색 지원. 데이터 축적 → 개인화 진화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potal.app — 회원가입 없이 완전 무료. 웹 + iOS 앱 제공.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1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타겟: 가격 민감 미국 온라인 쇼퍼 | 잠재 시장: 전체 온라인 쇼핑 인구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2560320" cy="54864"/>
          </a:xfrm>
          <a:prstGeom prst="rect">
            <a:avLst/>
          </a:prstGeom>
          <a:solidFill>
            <a:srgbClr val="02122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1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$1.47T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크로스보더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이커머스 시장 (2025)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280160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289M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쇼퍼 (2025)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280160"/>
            <a:ext cx="256032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온라인 쇼퍼 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사이트 구매 경험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154680"/>
            <a:ext cx="64008" cy="11887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246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22C"/>
                </a:solidFill>
              </a:rPr>
              <a:t>왜 전체 시장이 잠재 시장인가?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Domestic vs Global 비교는 연령/국가를 가리지 않는 보편적 니즈입니다.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검색에 익숙한 젊은 소비층만의 시장이 아닙니다. 오히려 직접 비교가 어려운 40대 이상이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더 큰 pain point를 느끼고 있으며, POTAL이 제대로 작동한다면 전체 온라인 쇼핑 인구가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잠재 시장으로 확장됩니다.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$1.47T — Coherent Market Insights 2025 | 289M — eMarketer 2025 | 59% — DHL Online Shopper Survey 2025 (24,000명, 24개국)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— 행동력의 증거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경험 없이, 바이브코딩(AI)으로 1인이 구축한 실행 기록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475488"/>
          </a:xfrm>
          <a:prstGeom prst="rect">
            <a:avLst/>
          </a:prstGeom>
          <a:solidFill>
            <a:srgbClr val="0A1E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4475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7160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완성 — potal.app 실시간 운영 중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1938528"/>
            <a:ext cx="7680960" cy="475488"/>
          </a:xfrm>
          <a:prstGeom prst="rect">
            <a:avLst/>
          </a:prstGeom>
          <a:solidFill>
            <a:srgbClr val="0A1E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93852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쇼핑몰 연동 완료 — 미국 전체 쇼핑사이트 연동 인프라 구축 완료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1520" y="2505456"/>
            <a:ext cx="7680960" cy="475488"/>
          </a:xfrm>
          <a:prstGeom prst="rect">
            <a:avLst/>
          </a:prstGeom>
          <a:solidFill>
            <a:srgbClr val="0A1E3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7860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50545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앱 — App Store 승인 완료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1520" y="3072384"/>
            <a:ext cx="7680960" cy="475488"/>
          </a:xfrm>
          <a:prstGeom prst="rect">
            <a:avLst/>
          </a:prstGeom>
          <a:solidFill>
            <a:srgbClr val="0A1E3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45536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07238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Landed Cost 엔진 — 관세/세금/배송비 자동 계산 시스템 구축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31520" y="3639312"/>
            <a:ext cx="7680960" cy="475488"/>
          </a:xfrm>
          <a:prstGeom prst="rect">
            <a:avLst/>
          </a:prstGeom>
          <a:solidFill>
            <a:srgbClr val="0A1E3D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12464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36393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내 쇼핑몰 파트너십 이메일 발송 및 진행 중 (API 연동 확대)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731520" y="4434840"/>
            <a:ext cx="7680960" cy="457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0" name="Text 13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1인이, AI로, 매일 9시간씩, 1달 만에 구축했습니다.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1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Me — 사람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"아이템은 말만 되면 된다. 사람이 중요하다."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Story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22C"/>
                </a:solidFill>
              </a:rPr>
              <a:t>장은태 (EunTae Jang)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확신에서 시작한 실행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바이브코딩으로 생각한 플랫폼을 완성시킬 수 있다는 확신이 들어, Claude AI와 바이브코딩으로 실제 작동하는 가격비교 플랫폼을 혼자 구축했습니다.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문제를 정의하는 능력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'코드를 잘 짜는 사람'이 아닌 '소비자의 진짜 문제를 정확히 정의하는 사람'이 AI 시대에 성공합니다.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끊임없는 실행력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MVP → 앱 승인 → 파트너십 발송 → API 연동 — 멈추지 않습니다.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566160" cy="3291840"/>
          </a:xfrm>
          <a:prstGeom prst="rect">
            <a:avLst/>
          </a:prstGeom>
          <a:solidFill>
            <a:srgbClr val="02122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바이브코딩 시대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0" y="2057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2025 배치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95% 코드 작성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2834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648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 시장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2032년 전망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3657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Base44 (1인 스타트업)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만에 Wix에 인수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1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64008" cy="960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24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(현재)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어필리에이트 커미션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POTAL에서 상품 클릭 → 쇼핑몰에서 구매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1~8.5% 커미션 수취 (Amazon Associates, CJ, Rakuten 등)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48840"/>
            <a:ext cx="64008" cy="9601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스폰서 리스팅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쇼핑몰이 POTAL 검색 결과 상위 노출을 위해 광고비 지불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Shopping 모델)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46120"/>
            <a:ext cx="64008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(글로벌 확장 후)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 서비스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차량/스마트 기기에 쇼핑 비교 API 임베드 (Tesla, 스마트 냉장고 등)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앱/카드사에 결제 전 최저가 확인 위젯 제공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7680960" cy="685800"/>
          </a:xfrm>
          <a:prstGeom prst="rect">
            <a:avLst/>
          </a:prstGeom>
          <a:solidFill>
            <a:srgbClr val="02122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89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942"/>
                </a:solidFill>
              </a:rPr>
              <a:t>vs Slickdeals (Goldman Sachs + Hearst 인수, 12M 유저)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Slickdeals = 딜 큐레이션 (미국 한정, 유저가 올림) | POTAL = 실시간 자동 비교 (글로벌 확장 가능, 자동화)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Challenges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지적 정직성 — 현재 약점과 해결 방향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685800"/>
          </a:xfrm>
          <a:prstGeom prst="rect">
            <a:avLst/>
          </a:prstGeom>
          <a:solidFill>
            <a:srgbClr val="1A0A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3619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트래픽이 아직 없음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0" y="13716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657600" cy="68580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채널(Reddit, Facebook, SEO) 우선 공략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반응 검증 후 광고 집행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3657600" cy="685800"/>
          </a:xfrm>
          <a:prstGeom prst="rect">
            <a:avLst/>
          </a:prstGeom>
          <a:solidFill>
            <a:srgbClr val="1A0A1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0487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의존도 높음 (RapidAPI)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389120" y="22402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754880" y="2240280"/>
            <a:ext cx="3657600" cy="68580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15" name="Text 11"/>
          <p:cNvSpPr/>
          <p:nvPr/>
        </p:nvSpPr>
        <p:spPr>
          <a:xfrm>
            <a:off x="4937760" y="2240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쇼핑몰 파트너십으로 공식 API 전환 제안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수익금으로 유료 API 확보, 기능 향상 예정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3108960"/>
            <a:ext cx="3657600" cy="685800"/>
          </a:xfrm>
          <a:prstGeom prst="rect">
            <a:avLst/>
          </a:prstGeom>
          <a:solidFill>
            <a:srgbClr val="1A0A1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7355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개발 한계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389120" y="31089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3657600" cy="68580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21" name="Text 16"/>
          <p:cNvSpPr/>
          <p:nvPr/>
        </p:nvSpPr>
        <p:spPr>
          <a:xfrm>
            <a:off x="4937760" y="3108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확보 한계 → 마케팅/트래픽으로 협상력 확보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한계 → 투자금으로 API+마케팅+핵심 인력 채용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1520" y="3977640"/>
            <a:ext cx="3657600" cy="685800"/>
          </a:xfrm>
          <a:prstGeom prst="rect">
            <a:avLst/>
          </a:prstGeom>
          <a:solidFill>
            <a:srgbClr val="1A0A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4223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없음 (Pre-Revenue)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389120" y="39776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754880" y="3977640"/>
            <a:ext cx="3657600" cy="68580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27" name="Text 21"/>
          <p:cNvSpPr/>
          <p:nvPr/>
        </p:nvSpPr>
        <p:spPr>
          <a:xfrm>
            <a:off x="493776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어필리에이트 파이프라인 구축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(Amazon Associates 연결 완료)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"약점을 숨기지 않습니다. 해결하고 있습니다."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1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25603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시장 장악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 20개+ API 연동 확대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채널 공략 및 반응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어필리에이트 수익화 시작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법인 설립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승인 완료 / Android 심사 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파트너십 이메일 발송 진행 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00584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005840"/>
            <a:ext cx="2560320" cy="4572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확장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0116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1~2개 국가 시범 연동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지원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 법인 검토 및 설립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쇼핑 데이터 축적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쇼핑몰 파트너십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005840"/>
            <a:ext cx="25603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확장 + B2B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POTAL AI 개인화 (데이터 충분 시)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 서비스 런칭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차량/스마트기기 연동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금융앱 최저가 위젯 제공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M&amp;A Exit 기회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투자 유치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투자금 사용 계획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7744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확장 (핵심)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API 확보 + 직접 방문 미팅 + 파트너십 협상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926080"/>
            <a:ext cx="54864" cy="4572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+ 유저 확보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트래픽이 API 협상력의 핵심. 검증된 채널 집중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47472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474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+ 인프라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확장, API 유지 비용, 안정적 운영 기반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023360"/>
            <a:ext cx="54864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설립 + 장비 + 인력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법인, 핵심 인력 1~2명 (AI 시대, 최소 인원)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4572000"/>
            <a:ext cx="7680960" cy="457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POTAL의 승패 = 얼마나 많은 쇼핑몰을 연결하고, 얼마나 많은 사용자를 데려오느냐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Store on Earth.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 Global — One Search.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606040"/>
            <a:ext cx="2743200" cy="2743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potal.app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EunTae Jang (장은태)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contact@potal.app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POTAL - Global Price Comparison Platform</dc:title>
  <dc:subject>PptxGenJS Presentation</dc:subject>
  <dc:creator>EunTae Jang</dc:creator>
  <cp:lastModifiedBy>EunTae Jang</cp:lastModifiedBy>
  <cp:revision>1</cp:revision>
  <dcterms:created xsi:type="dcterms:W3CDTF">2026-02-28T06:27:47Z</dcterms:created>
  <dcterms:modified xsi:type="dcterms:W3CDTF">2026-02-28T06:27:47Z</dcterms:modified>
</cp:coreProperties>
</file>